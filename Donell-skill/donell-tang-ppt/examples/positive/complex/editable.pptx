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2_clean_man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0624" y="347472"/>
            <a:ext cx="1783080" cy="329184"/>
          </a:xfrm>
          <a:prstGeom prst="roundRect">
            <a:avLst>
              <a:gd name="adj" fmla="val 16667"/>
            </a:avLst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21792" y="347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科技科普简报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37744" y="1170432"/>
            <a:ext cx="4892040" cy="713232"/>
          </a:xfrm>
          <a:prstGeom prst="roundRect">
            <a:avLst>
              <a:gd name="adj" fmla="val 5128"/>
            </a:avLst>
          </a:prstGeom>
          <a:solidFill>
            <a:srgbClr val="06101C"/>
          </a:solidFill>
          <a:ln w="12700">
            <a:solidFill>
              <a:srgbClr val="06101C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" y="120700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芯片过去</a:t>
            </a:r>
            <a:pPr algn="l" indent="0" marL="0">
              <a:buNone/>
            </a:pPr>
            <a:r>
              <a:rPr lang="en-US" sz="3100" b="1" dirty="0">
                <a:solidFill>
                  <a:srgbClr val="FF6A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怎么变强？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768096" y="1993392"/>
            <a:ext cx="1572768" cy="274320"/>
          </a:xfrm>
          <a:prstGeom prst="roundRect">
            <a:avLst>
              <a:gd name="adj" fmla="val 6667"/>
            </a:avLst>
          </a:prstGeom>
          <a:solidFill>
            <a:srgbClr val="08111E"/>
          </a:solidFill>
          <a:ln w="12700">
            <a:solidFill>
              <a:srgbClr val="08111E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9659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起点：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摩尔定律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9768" y="2807208"/>
            <a:ext cx="4233672" cy="822960"/>
          </a:xfrm>
          <a:prstGeom prst="roundRect">
            <a:avLst>
              <a:gd name="adj" fmla="val 2222"/>
            </a:avLst>
          </a:prstGeom>
          <a:solidFill>
            <a:srgbClr val="08111E"/>
          </a:solidFill>
          <a:ln w="12700">
            <a:solidFill>
              <a:srgbClr val="08111E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9496" y="291693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过去几十年，芯片进步的核心逻辑，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39496" y="32552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就是把晶体管做得</a:t>
            </a:r>
            <a:pPr algn="l" indent="0" marL="0">
              <a:buNone/>
            </a:pPr>
            <a:r>
              <a:rPr lang="en-US" sz="1800" b="1" dirty="0">
                <a:solidFill>
                  <a:srgbClr val="FF6A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更小、更密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960120" y="3968496"/>
            <a:ext cx="3337560" cy="329184"/>
          </a:xfrm>
          <a:prstGeom prst="roundRect">
            <a:avLst>
              <a:gd name="adj" fmla="val 2778"/>
            </a:avLst>
          </a:prstGeom>
          <a:solidFill>
            <a:srgbClr val="08111E"/>
          </a:solidFill>
          <a:ln w="12700">
            <a:solidFill>
              <a:srgbClr val="08111E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396849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同样大小的芯片里，可以塞进更多晶体管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960120" y="4535424"/>
            <a:ext cx="2880360" cy="329184"/>
          </a:xfrm>
          <a:prstGeom prst="roundRect">
            <a:avLst>
              <a:gd name="adj" fmla="val 2778"/>
            </a:avLst>
          </a:prstGeom>
          <a:solidFill>
            <a:srgbClr val="08111E"/>
          </a:solidFill>
          <a:ln w="12700">
            <a:solidFill>
              <a:srgbClr val="08111E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453542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能做更多计算，性能更强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60120" y="5102352"/>
            <a:ext cx="3246120" cy="329184"/>
          </a:xfrm>
          <a:prstGeom prst="roundRect">
            <a:avLst>
              <a:gd name="adj" fmla="val 2778"/>
            </a:avLst>
          </a:prstGeom>
          <a:solidFill>
            <a:srgbClr val="08111E"/>
          </a:solidFill>
          <a:ln w="12700">
            <a:solidFill>
              <a:srgbClr val="08111E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51023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3F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单位成本下降，电子产品更普及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987552" y="5870448"/>
            <a:ext cx="3401568" cy="310896"/>
          </a:xfrm>
          <a:prstGeom prst="roundRect">
            <a:avLst>
              <a:gd name="adj" fmla="val 2941"/>
            </a:avLst>
          </a:prstGeom>
          <a:solidFill>
            <a:srgbClr val="08111E"/>
          </a:solidFill>
          <a:ln w="12700">
            <a:solidFill>
              <a:srgbClr val="08111E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5840" y="5852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这条路，</a:t>
            </a:r>
            <a:pPr algn="l" indent="0" marL="0">
              <a:buNone/>
            </a:pPr>
            <a:r>
              <a:rPr lang="en-US" sz="1700" b="1" dirty="0">
                <a:solidFill>
                  <a:srgbClr val="5C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过去非常成功。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11137392" y="6217920"/>
            <a:ext cx="548640" cy="347472"/>
          </a:xfrm>
          <a:prstGeom prst="roundRect">
            <a:avLst>
              <a:gd name="adj" fmla="val 5263"/>
            </a:avLst>
          </a:prstGeom>
          <a:solidFill>
            <a:srgbClr val="08111E"/>
          </a:solidFill>
          <a:ln w="12700">
            <a:solidFill>
              <a:srgbClr val="08111E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155680" y="619048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韬定律_第二页_精修可编辑还原</dc:title>
  <dc:subject>韬定律 第二页 精修还原</dc:subject>
  <dc:creator>OpenAI</dc:creator>
  <cp:lastModifiedBy>OpenAI</cp:lastModifiedBy>
  <cp:revision>1</cp:revision>
  <dcterms:created xsi:type="dcterms:W3CDTF">2026-07-18T10:08:39Z</dcterms:created>
  <dcterms:modified xsi:type="dcterms:W3CDTF">2026-07-18T10:08:39Z</dcterms:modified>
</cp:coreProperties>
</file>