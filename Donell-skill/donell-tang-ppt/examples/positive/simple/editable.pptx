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科技科普简报_芯片加速之路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6812280" cy="4892040"/>
          </a:xfrm>
          <a:prstGeom prst="roundRect">
            <a:avLst>
              <a:gd name="adj" fmla="val 2617"/>
            </a:avLst>
          </a:prstGeom>
          <a:solidFill>
            <a:srgbClr val="050E1B"/>
          </a:solidFill>
          <a:ln w="12700">
            <a:solidFill>
              <a:srgbClr val="0B2944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658368"/>
            <a:ext cx="1417320" cy="292608"/>
          </a:xfrm>
          <a:prstGeom prst="roundRect">
            <a:avLst>
              <a:gd name="adj" fmla="val 21875"/>
            </a:avLst>
          </a:prstGeom>
          <a:solidFill>
            <a:srgbClr val="0B1C32">
              <a:alpha val="95000"/>
            </a:srgbClr>
          </a:solidFill>
          <a:ln w="12700">
            <a:solidFill>
              <a:srgbClr val="38D6FF">
                <a:alpha val="8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71323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3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科技科普简报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76656" y="1124712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3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韬（τ）定律：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76656" y="112471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6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韬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76656" y="18470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3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芯片不只要变小，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76656" y="25420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3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还要</a:t>
            </a:r>
            <a:pPr indent="0" marL="0">
              <a:buNone/>
            </a:pPr>
            <a:r>
              <a:rPr lang="en-US" sz="3400" b="1" dirty="0">
                <a:solidFill>
                  <a:srgbClr val="FF6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变快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676656" y="3246120"/>
            <a:ext cx="4480560" cy="0"/>
          </a:xfrm>
          <a:prstGeom prst="line">
            <a:avLst/>
          </a:prstGeom>
          <a:noFill/>
          <a:ln w="19050">
            <a:solidFill>
              <a:srgbClr val="38D6FF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5204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一条面向后摩尔时代的芯片新思路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1520" y="4078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演讲人：Alpha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5989320"/>
            <a:ext cx="5257800" cy="429768"/>
          </a:xfrm>
          <a:prstGeom prst="roundRect">
            <a:avLst>
              <a:gd name="adj" fmla="val 14894"/>
            </a:avLst>
          </a:prstGeom>
          <a:solidFill>
            <a:srgbClr val="071527">
              <a:alpha val="92000"/>
            </a:srgbClr>
          </a:solidFill>
          <a:ln w="12700">
            <a:solidFill>
              <a:srgbClr val="244160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60990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FD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摩尔定律   /   时间缩微   /   系统协同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1384280" y="626364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81628">
              <a:alpha val="92000"/>
            </a:srgbClr>
          </a:solidFill>
          <a:ln w="12700">
            <a:solidFill>
              <a:srgbClr val="915D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57432" y="62910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韬定律 10页可编辑混合还原</dc:title>
  <dc:subject>韬定律 PPT 图片混合还原</dc:subject>
  <dc:creator>OpenAI</dc:creator>
  <cp:lastModifiedBy>OpenAI</cp:lastModifiedBy>
  <cp:revision>1</cp:revision>
  <dcterms:created xsi:type="dcterms:W3CDTF">2026-07-18T04:55:35Z</dcterms:created>
  <dcterms:modified xsi:type="dcterms:W3CDTF">2026-07-18T04:55:35Z</dcterms:modified>
</cp:coreProperties>
</file>